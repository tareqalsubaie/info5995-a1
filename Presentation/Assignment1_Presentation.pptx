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60" r:id="rId5"/>
    <p:sldId id="263" r:id="rId6"/>
  </p:sldIdLst>
  <p:sldSz cx="9144000" cy="5143500" type="screen16x9"/>
  <p:notesSz cx="6858000" cy="9144000"/>
  <p:defaultTextStyle>
    <a:lvl1pPr marL="0" algn="l" rtl="0" latinLnBrk="0">
      <a:defRPr lang="zh-CN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lang="zh-CN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lang="zh-CN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lang="zh-CN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lang="zh-CN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lang="zh-CN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lang="zh-CN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lang="zh-CN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lang="zh-CN" sz="1800" kern="1200">
        <a:solidFill>
          <a:schemeClr val="tx1"/>
        </a:solidFill>
        <a:latin typeface="+mn-lt"/>
        <a:ea typeface="+mn-ea"/>
        <a:cs typeface="+mn-cs"/>
      </a:defRPr>
    </a:lvl9pPr>
    <a:extLst/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21" autoAdjust="0"/>
    <p:restoredTop sz="87619" autoAdjust="0"/>
  </p:normalViewPr>
  <p:slideViewPr>
    <p:cSldViewPr>
      <p:cViewPr varScale="1">
        <p:scale>
          <a:sx n="149" d="100"/>
          <a:sy n="149" d="100"/>
        </p:scale>
        <p:origin x="912" y="168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l" latinLnBrk="0">
              <a:defRPr lang="zh-CN" sz="1200"/>
            </a:lvl1pPr>
            <a:extLst/>
          </a:lstStyle>
          <a:p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rtlCol="0"/>
          <a:lstStyle>
            <a:lvl1pPr algn="r" latinLnBrk="0">
              <a:defRPr lang="zh-CN" sz="1200"/>
            </a:lvl1pPr>
            <a:extLst/>
          </a:lstStyle>
          <a:p>
            <a:fld id="{A8ADFD5B-A66C-449C-B6E8-FB716D07777D}" type="datetimeFigureOut">
              <a:pPr/>
              <a:t>3/25/26</a:t>
            </a:fld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rtlCol="0" anchor="ctr"/>
          <a:lstStyle/>
          <a:p>
            <a:endParaRPr lang="zh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rtlCol="0">
            <a:normAutofit/>
          </a:bodyPr>
          <a:lstStyle/>
          <a:p>
            <a:pPr lvl="0"/>
            <a:r>
              <a:rPr lang="zh-CN"/>
              <a:t>单击此处编辑母版文本样式</a:t>
            </a:r>
          </a:p>
          <a:p>
            <a:pPr lvl="1"/>
            <a:r>
              <a:rPr lang="zh-CN"/>
              <a:t>第二级</a:t>
            </a:r>
          </a:p>
          <a:p>
            <a:pPr lvl="2"/>
            <a:r>
              <a:rPr lang="zh-CN"/>
              <a:t>第三级</a:t>
            </a:r>
          </a:p>
          <a:p>
            <a:pPr lvl="3"/>
            <a:r>
              <a:rPr lang="zh-CN"/>
              <a:t>第四级</a:t>
            </a:r>
          </a:p>
          <a:p>
            <a:pPr lvl="4"/>
            <a:r>
              <a:rPr lang="zh-CN"/>
              <a:t>第五级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l" latinLnBrk="0">
              <a:defRPr lang="zh-CN" sz="1200"/>
            </a:lvl1pPr>
            <a:extLst/>
          </a:lstStyle>
          <a:p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rtlCol="0" anchor="b"/>
          <a:lstStyle>
            <a:lvl1pPr algn="r" latinLnBrk="0">
              <a:defRPr lang="zh-CN" sz="1200"/>
            </a:lvl1pPr>
            <a:extLst/>
          </a:lstStyle>
          <a:p>
            <a:fld id="{CA5D3BF3-D352-46FC-8343-31F56E6730EA}" type="slidenum">
              <a:pPr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rtl="0" latinLnBrk="0">
      <a:defRPr lang="zh-CN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latinLnBrk="0">
      <a:defRPr lang="zh-CN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latinLnBrk="0">
      <a:defRPr lang="zh-CN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latinLnBrk="0">
      <a:defRPr lang="zh-CN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latinLnBrk="0">
      <a:defRPr lang="zh-CN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rtl="0" latinLnBrk="0">
      <a:defRPr lang="zh-CN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rtl="0" latinLnBrk="0">
      <a:defRPr lang="zh-CN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rtl="0" latinLnBrk="0">
      <a:defRPr lang="zh-CN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rtl="0" latinLnBrk="0">
      <a:defRPr lang="zh-CN" sz="1200" kern="1200">
        <a:solidFill>
          <a:schemeClr val="tx1"/>
        </a:solidFill>
        <a:latin typeface="+mn-lt"/>
        <a:ea typeface="+mn-ea"/>
        <a:cs typeface="+mn-cs"/>
      </a:defRPr>
    </a:lvl9pPr>
    <a:extLst/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ctang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Hello everyone. In this presentation, we </a:t>
            </a:r>
            <a:r>
              <a:rPr lang="en-US" altLang="zh-CN" dirty="0" err="1"/>
              <a:t>analyse</a:t>
            </a:r>
            <a:r>
              <a:rPr lang="en-US" altLang="zh-CN" dirty="0"/>
              <a:t> the provided Android APK, a1_case1.apk, to identify a vulnerability</a:t>
            </a:r>
          </a:p>
          <a:p>
            <a:r>
              <a:rPr lang="en-US" altLang="zh-CN" dirty="0"/>
              <a:t>  related to security-sensitive randomness. Since an APK is a packaged Android application, we first decompiled it to</a:t>
            </a:r>
          </a:p>
          <a:p>
            <a:r>
              <a:rPr lang="en-US" altLang="zh-CN" dirty="0"/>
              <a:t>  inspect its manifest, activities, and Java logic. Our goal was to understand how the app handles authentication, what</a:t>
            </a:r>
          </a:p>
          <a:p>
            <a:r>
              <a:rPr lang="en-US" altLang="zh-CN" dirty="0"/>
              <a:t>  assets it protects, and whether any random-looking values are actually generated in an insecure way.</a:t>
            </a:r>
          </a:p>
          <a:p>
            <a:r>
              <a:rPr lang="en-US" altLang="zh-CN" dirty="0"/>
              <a:t>  From static analysis and the app demo, we found that the application performs registration, login, and profile access</a:t>
            </a:r>
          </a:p>
          <a:p>
            <a:r>
              <a:rPr lang="en-US" altLang="zh-CN" dirty="0"/>
              <a:t>  entirely on the device, with no backend service. The key issue we focus on is that the app generates a session token</a:t>
            </a:r>
          </a:p>
          <a:p>
            <a:r>
              <a:rPr lang="en-US" altLang="zh-CN" dirty="0"/>
              <a:t>  using </a:t>
            </a:r>
            <a:r>
              <a:rPr lang="en-US" altLang="zh-CN" dirty="0" err="1"/>
              <a:t>java.util.Random</a:t>
            </a:r>
            <a:r>
              <a:rPr lang="en-US" altLang="zh-CN" dirty="0"/>
              <a:t>, which is not suitable for security-sensitive authentication data.</a:t>
            </a:r>
          </a:p>
          <a:p>
            <a:endParaRPr lang="zh-CN" dirty="0"/>
          </a:p>
        </p:txBody>
      </p:sp>
      <p:sp>
        <p:nvSpPr>
          <p:cNvPr id="4" name="Rectangl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5D3BF3-D352-46FC-8343-31F56E6730EA}" type="slidenum">
              <a:rPr lang="zh-CN" smtClean="0"/>
              <a:pPr/>
              <a:t>1</a:t>
            </a:fld>
            <a:endParaRPr 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ctang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 Our system model has five main elements. First, </a:t>
            </a:r>
            <a:r>
              <a:rPr lang="en-US" altLang="zh-CN" dirty="0" err="1"/>
              <a:t>MainActivity</a:t>
            </a:r>
            <a:r>
              <a:rPr lang="en-US" altLang="zh-CN" dirty="0"/>
              <a:t> collects a username and password during registration.</a:t>
            </a:r>
          </a:p>
          <a:p>
            <a:r>
              <a:rPr lang="en-US" altLang="zh-CN" dirty="0"/>
              <a:t>  Second, the Login activity reads stored credentials, checks the user’s input, and generates a session token after</a:t>
            </a:r>
          </a:p>
          <a:p>
            <a:r>
              <a:rPr lang="en-US" altLang="zh-CN" dirty="0"/>
              <a:t>  successful login. Third, the Profile activity represents the authenticated area of the app. Fourth, local file storage</a:t>
            </a:r>
          </a:p>
          <a:p>
            <a:r>
              <a:rPr lang="en-US" altLang="zh-CN" dirty="0"/>
              <a:t>  stores the saved credentials. Fifth, </a:t>
            </a:r>
            <a:r>
              <a:rPr lang="en-US" altLang="zh-CN" dirty="0" err="1"/>
              <a:t>SharedPreferences</a:t>
            </a:r>
            <a:r>
              <a:rPr lang="en-US" altLang="zh-CN" dirty="0"/>
              <a:t> stores the session token.</a:t>
            </a:r>
          </a:p>
          <a:p>
            <a:r>
              <a:rPr lang="en-US" altLang="zh-CN" dirty="0"/>
              <a:t>  The important protected assets are the user credentials, the session token, and the integrity of the app’s local</a:t>
            </a:r>
          </a:p>
          <a:p>
            <a:r>
              <a:rPr lang="en-US" altLang="zh-CN" dirty="0"/>
              <a:t>  authentication state. The main data flow is: the user enters credentials, the app stores and later reads them for</a:t>
            </a:r>
          </a:p>
          <a:p>
            <a:r>
              <a:rPr lang="en-US" altLang="zh-CN" dirty="0"/>
              <a:t>  verification, then after login it creates a session token and stores that token locally. Because the entire trust</a:t>
            </a:r>
          </a:p>
          <a:p>
            <a:r>
              <a:rPr lang="en-US" altLang="zh-CN" dirty="0"/>
              <a:t>  decision happens on-device, the token becomes a critical security asset.</a:t>
            </a:r>
            <a:endParaRPr lang="zh-CN" dirty="0"/>
          </a:p>
        </p:txBody>
      </p:sp>
      <p:sp>
        <p:nvSpPr>
          <p:cNvPr id="4" name="Rectangl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5D3BF3-D352-46FC-8343-31F56E6730EA}" type="slidenum">
              <a:rPr lang="zh-CN" smtClean="0"/>
              <a:pPr/>
              <a:t>2</a:t>
            </a:fld>
            <a:endParaRPr lang="zh-C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ctang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 Our attacker model is a realistic local attacker. This could be a user with a rooted device, a forensic examiner, or</a:t>
            </a:r>
          </a:p>
          <a:p>
            <a:r>
              <a:rPr lang="en-US" altLang="zh-CN" dirty="0"/>
              <a:t>  malware with elevated local privileges. This attacker can decompile the APK, inspect the code, observe when login</a:t>
            </a:r>
          </a:p>
          <a:p>
            <a:r>
              <a:rPr lang="en-US" altLang="zh-CN" dirty="0"/>
              <a:t>  happens, and read or modify locally stored application data.</a:t>
            </a:r>
          </a:p>
          <a:p>
            <a:r>
              <a:rPr lang="en-US" altLang="zh-CN" dirty="0"/>
              <a:t>  To find the vulnerability, we decompiled the APK and reviewed the manifest and authentication-related classes. We then</a:t>
            </a:r>
          </a:p>
          <a:p>
            <a:r>
              <a:rPr lang="en-US" altLang="zh-CN" dirty="0"/>
              <a:t>  searched for values treated as random, token, or session-related. This led us to the Login class, where we found a</a:t>
            </a:r>
          </a:p>
          <a:p>
            <a:r>
              <a:rPr lang="en-US" altLang="zh-CN" dirty="0"/>
              <a:t>  method called </a:t>
            </a:r>
            <a:r>
              <a:rPr lang="en-US" altLang="zh-CN" dirty="0" err="1"/>
              <a:t>generateSessionToken</a:t>
            </a:r>
            <a:r>
              <a:rPr lang="en-US" altLang="zh-CN" dirty="0"/>
              <a:t>(). The method creates a 16-character token, but it uses </a:t>
            </a:r>
            <a:r>
              <a:rPr lang="en-US" altLang="zh-CN" dirty="0" err="1"/>
              <a:t>java.util.Random</a:t>
            </a:r>
            <a:r>
              <a:rPr lang="en-US" altLang="zh-CN" dirty="0"/>
              <a:t>. We used</a:t>
            </a:r>
          </a:p>
          <a:p>
            <a:r>
              <a:rPr lang="en-US" altLang="zh-CN" dirty="0"/>
              <a:t>  this code-level evidence, along with the app demo and </a:t>
            </a:r>
            <a:r>
              <a:rPr lang="en-US" altLang="zh-CN" dirty="0" err="1"/>
              <a:t>adb</a:t>
            </a:r>
            <a:r>
              <a:rPr lang="en-US" altLang="zh-CN" dirty="0"/>
              <a:t>-related inspection workflow, to validate that the token is</a:t>
            </a:r>
          </a:p>
          <a:p>
            <a:r>
              <a:rPr lang="en-US" altLang="zh-CN" dirty="0"/>
              <a:t>  part of the app’s authenticated session logic and is therefore security-sensitive.</a:t>
            </a:r>
            <a:endParaRPr lang="zh-CN" dirty="0"/>
          </a:p>
        </p:txBody>
      </p:sp>
      <p:sp>
        <p:nvSpPr>
          <p:cNvPr id="4" name="Rectangl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5D3BF3-D352-46FC-8343-31F56E6730EA}" type="slidenum">
              <a:rPr lang="zh-CN" smtClean="0"/>
              <a:pPr/>
              <a:t>3</a:t>
            </a:fld>
            <a:endParaRPr lang="zh-CN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ctang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 The vulnerability is insecure session token generation using weak randomness. </a:t>
            </a:r>
            <a:r>
              <a:rPr lang="en-US" altLang="zh-CN" dirty="0" err="1"/>
              <a:t>java.util.Random</a:t>
            </a:r>
            <a:r>
              <a:rPr lang="en-US" altLang="zh-CN" dirty="0"/>
              <a:t> is a general-purpose</a:t>
            </a:r>
          </a:p>
          <a:p>
            <a:r>
              <a:rPr lang="en-US" altLang="zh-CN" dirty="0"/>
              <a:t>  pseudo-random generator, but it is not designed for cryptographic security. A session token should be hard to predict,</a:t>
            </a:r>
          </a:p>
          <a:p>
            <a:r>
              <a:rPr lang="en-US" altLang="zh-CN" dirty="0"/>
              <a:t>  because it represents authenticated state. If the token is predictable or reproducible, an attacker may be able to</a:t>
            </a:r>
          </a:p>
          <a:p>
            <a:r>
              <a:rPr lang="en-US" altLang="zh-CN" dirty="0"/>
              <a:t>  impersonate a logged-in user or tamper with session state.</a:t>
            </a:r>
          </a:p>
          <a:p>
            <a:r>
              <a:rPr lang="en-US" altLang="zh-CN" dirty="0"/>
              <a:t>  A realistic attack scenario is as follows. First, the attacker decompiles the APK and understands how the token is</a:t>
            </a:r>
          </a:p>
          <a:p>
            <a:r>
              <a:rPr lang="en-US" altLang="zh-CN" dirty="0"/>
              <a:t>  generated and stored. Second, the attacker gains local access to the device environment or observes the app’s</a:t>
            </a:r>
          </a:p>
          <a:p>
            <a:r>
              <a:rPr lang="en-US" altLang="zh-CN" dirty="0"/>
              <a:t>  authenticated state. Third, because the token comes from a non-cryptographic generator and is stored locally, the</a:t>
            </a:r>
          </a:p>
          <a:p>
            <a:r>
              <a:rPr lang="en-US" altLang="zh-CN" dirty="0"/>
              <a:t>  attacker may predict, recreate, or replace the token. Finally, the attacker uses that manipulated or predicted token</a:t>
            </a:r>
          </a:p>
          <a:p>
            <a:r>
              <a:rPr lang="en-US" altLang="zh-CN" dirty="0"/>
              <a:t>  to bypass the intended login protection and access the profile area as an authenticated user.</a:t>
            </a:r>
            <a:endParaRPr lang="zh-CN" dirty="0"/>
          </a:p>
        </p:txBody>
      </p:sp>
      <p:sp>
        <p:nvSpPr>
          <p:cNvPr id="4" name="Rectangl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5D3BF3-D352-46FC-8343-31F56E6730EA}" type="slidenum">
              <a:rPr lang="zh-CN" smtClean="0"/>
              <a:pPr/>
              <a:t>4</a:t>
            </a:fld>
            <a:endParaRPr lang="zh-CN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1CEDB-A758-9017-AA3D-F616511EB7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99CE98-01B5-029F-85ED-817D29CB35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3FB7E2E-045E-21F1-9DF3-D418A19485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 The concrete fix is to replace </a:t>
            </a:r>
            <a:r>
              <a:rPr lang="en-US" altLang="zh-CN" dirty="0" err="1"/>
              <a:t>java.util.Random</a:t>
            </a:r>
            <a:r>
              <a:rPr lang="en-US" altLang="zh-CN" dirty="0"/>
              <a:t> with </a:t>
            </a:r>
            <a:r>
              <a:rPr lang="en-US" altLang="zh-CN" dirty="0" err="1"/>
              <a:t>SecureRandom</a:t>
            </a:r>
            <a:r>
              <a:rPr lang="en-US" altLang="zh-CN" dirty="0"/>
              <a:t> when generating session tokens. </a:t>
            </a:r>
            <a:r>
              <a:rPr lang="en-US" altLang="zh-CN" dirty="0" err="1"/>
              <a:t>SecureRandom</a:t>
            </a:r>
            <a:r>
              <a:rPr lang="en-US" altLang="zh-CN" dirty="0"/>
              <a:t> is</a:t>
            </a:r>
          </a:p>
          <a:p>
            <a:r>
              <a:rPr lang="en-US" altLang="zh-CN" dirty="0"/>
              <a:t>  designed for cryptographic use and produces values that are much harder to predict. This directly addresses the core</a:t>
            </a:r>
          </a:p>
          <a:p>
            <a:r>
              <a:rPr lang="en-US" altLang="zh-CN" dirty="0"/>
              <a:t>  weakness because the session token is an authentication-related security value, not just a UI identifier.</a:t>
            </a:r>
          </a:p>
          <a:p>
            <a:r>
              <a:rPr lang="en-US" altLang="zh-CN" dirty="0"/>
              <a:t>  In addition, the app should avoid relying only on client-side local trust for session management, because storing</a:t>
            </a:r>
          </a:p>
          <a:p>
            <a:r>
              <a:rPr lang="en-US" altLang="zh-CN" dirty="0"/>
              <a:t>  authentication state locally increases attack exposure. For this assignment, however, the main technical mitigation is</a:t>
            </a:r>
          </a:p>
          <a:p>
            <a:r>
              <a:rPr lang="en-US" altLang="zh-CN" dirty="0"/>
              <a:t>  replacing the weak randomness source with a cryptographically strong one and ensuring the token remains unpredictable.</a:t>
            </a:r>
          </a:p>
          <a:p>
            <a:r>
              <a:rPr lang="en-US" altLang="zh-CN" dirty="0"/>
              <a:t>  Our key lesson is that not every random-looking value is safe. In security analysis, we must check both the generator</a:t>
            </a:r>
          </a:p>
          <a:p>
            <a:r>
              <a:rPr lang="en-US" altLang="zh-CN" dirty="0"/>
              <a:t>  and the role of the value. Here, the token looks random, but because it uses the wrong API for a security-sensitive</a:t>
            </a:r>
          </a:p>
          <a:p>
            <a:r>
              <a:rPr lang="en-US" altLang="zh-CN" dirty="0"/>
              <a:t>  purpose, it creates a real authentication risk.</a:t>
            </a:r>
          </a:p>
          <a:p>
            <a:endParaRPr lang="zh-CN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E953C5-62BA-49CF-810E-D4932BE907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5D3BF3-D352-46FC-8343-31F56E6730EA}" type="slidenum">
              <a:rPr lang="en-US" altLang="zh-CN" smtClean="0"/>
              <a:pPr/>
              <a:t>5</a:t>
            </a:fld>
            <a:endParaRPr lang="zh-CN"/>
          </a:p>
        </p:txBody>
      </p:sp>
    </p:spTree>
    <p:extLst>
      <p:ext uri="{BB962C8B-B14F-4D97-AF65-F5344CB8AC3E}">
        <p14:creationId xmlns:p14="http://schemas.microsoft.com/office/powerpoint/2010/main" val="4625660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标题幻灯片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478274"/>
            <a:ext cx="9144000" cy="665226"/>
          </a:xfrm>
          <a:prstGeom prst="rect">
            <a:avLst/>
          </a:prstGeom>
          <a:solidFill>
            <a:srgbClr val="FFFFFF"/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/>
          </a:p>
        </p:txBody>
      </p:sp>
      <p:sp>
        <p:nvSpPr>
          <p:cNvPr id="10" name="Rectangle 9"/>
          <p:cNvSpPr/>
          <p:nvPr/>
        </p:nvSpPr>
        <p:spPr>
          <a:xfrm>
            <a:off x="-9144" y="4539996"/>
            <a:ext cx="2249424" cy="534924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/>
          </a:p>
        </p:txBody>
      </p:sp>
      <p:sp>
        <p:nvSpPr>
          <p:cNvPr id="11" name="Rectangle 10"/>
          <p:cNvSpPr/>
          <p:nvPr/>
        </p:nvSpPr>
        <p:spPr>
          <a:xfrm>
            <a:off x="2359152" y="4533138"/>
            <a:ext cx="6784848" cy="534924"/>
          </a:xfrm>
          <a:prstGeom prst="rect">
            <a:avLst/>
          </a:prstGeom>
          <a:solidFill>
            <a:schemeClr val="accent1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/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2362200" y="4537528"/>
            <a:ext cx="6515100" cy="514350"/>
          </a:xfrm>
        </p:spPr>
        <p:txBody>
          <a:bodyPr anchor="ctr"/>
          <a:lstStyle>
            <a:lvl1pPr marL="0" indent="0" algn="l" latinLnBrk="0">
              <a:buNone/>
              <a:defRPr lang="zh-CN" sz="2800">
                <a:solidFill>
                  <a:srgbClr val="FFFFFF"/>
                </a:solidFill>
              </a:defRPr>
            </a:lvl1pPr>
            <a:lvl2pPr marL="457200" indent="0" algn="ctr" latinLnBrk="0">
              <a:buNone/>
            </a:lvl2pPr>
            <a:lvl3pPr marL="914400" indent="0" algn="ctr" latinLnBrk="0">
              <a:buNone/>
            </a:lvl3pPr>
            <a:lvl4pPr marL="1371600" indent="0" algn="ctr" latinLnBrk="0">
              <a:buNone/>
            </a:lvl4pPr>
            <a:lvl5pPr marL="1828800" indent="0" algn="ctr" latinLnBrk="0">
              <a:buNone/>
            </a:lvl5pPr>
            <a:lvl6pPr marL="2286000" indent="0" algn="ctr" latinLnBrk="0">
              <a:buNone/>
            </a:lvl6pPr>
            <a:lvl7pPr marL="2743200" indent="0" algn="ctr" latinLnBrk="0">
              <a:buNone/>
            </a:lvl7pPr>
            <a:lvl8pPr marL="3200400" indent="0" algn="ctr" latinLnBrk="0">
              <a:buNone/>
            </a:lvl8pPr>
            <a:lvl9pPr marL="3657600" indent="0" algn="ctr" latinLnBrk="0">
              <a:buNone/>
            </a:lvl9pPr>
            <a:extLst/>
          </a:lstStyle>
          <a:p>
            <a:r>
              <a:rPr lang="zh-CN"/>
              <a:t>单击此处编辑母版副标题样式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76200" y="4551524"/>
            <a:ext cx="2057400" cy="514350"/>
          </a:xfrm>
        </p:spPr>
        <p:txBody>
          <a:bodyPr>
            <a:noAutofit/>
          </a:bodyPr>
          <a:lstStyle>
            <a:lvl1pPr algn="ctr" latinLnBrk="0">
              <a:defRPr lang="zh-CN" sz="2000">
                <a:solidFill>
                  <a:srgbClr val="FFFFFF"/>
                </a:solidFill>
              </a:defRPr>
            </a:lvl1pPr>
            <a:extLst/>
          </a:lstStyle>
          <a:p>
            <a:pPr algn="ctr"/>
            <a:fld id="{047E157E-8DCB-4F70-A0AF-5EB586A91DD4}" type="datetime1">
              <a:rPr lang="en-US" altLang="zh-CN">
                <a:solidFill>
                  <a:srgbClr val="FFFFFF"/>
                </a:solidFill>
              </a:rPr>
              <a:pPr algn="ctr"/>
              <a:t>3/25/26</a:t>
            </a:fld>
            <a:endParaRPr lang="zh-CN" sz="2000">
              <a:solidFill>
                <a:srgbClr val="FFFFFF"/>
              </a:solidFill>
            </a:endParaRPr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085393" y="177404"/>
            <a:ext cx="5867400" cy="273844"/>
          </a:xfrm>
        </p:spPr>
        <p:txBody>
          <a:bodyPr/>
          <a:lstStyle>
            <a:lvl1pPr algn="r" latinLnBrk="0">
              <a:defRPr lang="zh-CN">
                <a:solidFill>
                  <a:schemeClr val="tx2"/>
                </a:solidFill>
              </a:defRPr>
            </a:lvl1pPr>
            <a:extLst/>
          </a:lstStyle>
          <a:p>
            <a:pPr algn="r"/>
            <a:endParaRPr lang="zh-CN">
              <a:solidFill>
                <a:schemeClr val="tx2"/>
              </a:solidFill>
            </a:endParaRPr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8001000" y="171450"/>
            <a:ext cx="838200" cy="285750"/>
          </a:xfrm>
        </p:spPr>
        <p:txBody>
          <a:bodyPr/>
          <a:lstStyle>
            <a:lvl1pPr latinLnBrk="0">
              <a:defRPr lang="zh-CN">
                <a:solidFill>
                  <a:schemeClr val="tx2"/>
                </a:solidFill>
              </a:defRPr>
            </a:lvl1pPr>
            <a:extLst/>
          </a:lstStyle>
          <a:p>
            <a:fld id="{8F82E0A0-C266-4798-8C8F-B9F91E9DA37E}" type="slidenum">
              <a:rPr lang="zh-CN">
                <a:solidFill>
                  <a:schemeClr val="tx2"/>
                </a:solidFill>
              </a:rPr>
              <a:pPr/>
              <a:t>‹#›</a:t>
            </a:fld>
            <a:endParaRPr lang="zh-CN">
              <a:solidFill>
                <a:schemeClr val="tx2"/>
              </a:solidFill>
            </a:endParaRPr>
          </a:p>
        </p:txBody>
      </p:sp>
      <p:sp>
        <p:nvSpPr>
          <p:cNvPr id="12" name="Rectangle 11"/>
          <p:cNvSpPr>
            <a:spLocks noGrp="1"/>
          </p:cNvSpPr>
          <p:nvPr>
            <p:ph type="title"/>
          </p:nvPr>
        </p:nvSpPr>
        <p:spPr>
          <a:xfrm>
            <a:off x="2362200" y="2343150"/>
            <a:ext cx="6477000" cy="2038350"/>
          </a:xfrm>
        </p:spPr>
        <p:txBody>
          <a:bodyPr rtlCol="0" anchor="b"/>
          <a:lstStyle>
            <a:lvl1pPr latinLnBrk="0">
              <a:defRPr lang="zh-CN" cap="all" baseline="0"/>
            </a:lvl1pPr>
            <a:extLst/>
          </a:lstStyle>
          <a:p>
            <a:r>
              <a:rPr lang="zh-CN"/>
              <a:t>单击此处编辑母版标题样式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Rectangl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606EA6-EFEA-4C30-9264-4F9291A5780D}" type="datetime1">
              <a:pPr/>
              <a:t>3/25/26</a:t>
            </a:fld>
            <a:endParaRPr lang="zh-CN"/>
          </a:p>
        </p:txBody>
      </p:sp>
      <p:sp>
        <p:nvSpPr>
          <p:cNvPr id="4" name="Rectangl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5" name="Rectangl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fld id="{8F82E0A0-C266-4798-8C8F-B9F91E9DA37E}" type="slidenum">
              <a:rPr lang="zh-CN" sz="1400" b="1">
                <a:solidFill>
                  <a:srgbClr val="FFFFFF"/>
                </a:solidFill>
              </a:rPr>
              <a:pPr algn="ctr"/>
              <a:t>‹#›</a:t>
            </a:fld>
            <a:endParaRPr lang="zh-CN"/>
          </a:p>
        </p:txBody>
      </p:sp>
      <p:sp>
        <p:nvSpPr>
          <p:cNvPr id="7" name="Rectangle 6"/>
          <p:cNvSpPr>
            <a:spLocks noGrp="1"/>
          </p:cNvSpPr>
          <p:nvPr>
            <p:ph sz="quarter" idx="13"/>
          </p:nvPr>
        </p:nvSpPr>
        <p:spPr>
          <a:xfrm>
            <a:off x="609600" y="1352550"/>
            <a:ext cx="8153400" cy="3276600"/>
          </a:xfrm>
        </p:spPr>
        <p:txBody>
          <a:bodyPr/>
          <a:lstStyle/>
          <a:p>
            <a:pPr lvl="0"/>
            <a:r>
              <a:rPr lang="zh-CN"/>
              <a:t>单击此处编辑母版文本样式</a:t>
            </a:r>
          </a:p>
          <a:p>
            <a:pPr lvl="1"/>
            <a:r>
              <a:rPr lang="zh-CN"/>
              <a:t>第二级</a:t>
            </a:r>
          </a:p>
          <a:p>
            <a:pPr lvl="2"/>
            <a:r>
              <a:rPr lang="zh-CN"/>
              <a:t>第三级</a:t>
            </a:r>
          </a:p>
          <a:p>
            <a:pPr lvl="3"/>
            <a:r>
              <a:rPr lang="zh-CN"/>
              <a:t>第四级</a:t>
            </a:r>
          </a:p>
          <a:p>
            <a:pPr lvl="4"/>
            <a:r>
              <a:rPr lang="zh-CN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057400"/>
            <a:ext cx="7123113" cy="1254919"/>
          </a:xfrm>
        </p:spPr>
        <p:txBody>
          <a:bodyPr anchor="t"/>
          <a:lstStyle>
            <a:lvl1pPr latinLnBrk="0">
              <a:buNone/>
              <a:defRPr lang="zh-CN" sz="2800">
                <a:solidFill>
                  <a:schemeClr val="tx2"/>
                </a:solidFill>
              </a:defRPr>
            </a:lvl1pPr>
            <a:lvl2pPr latinLnBrk="0">
              <a:buNone/>
              <a:defRPr lang="zh-CN" sz="1800">
                <a:solidFill>
                  <a:schemeClr val="tx1">
                    <a:tint val="75000"/>
                  </a:schemeClr>
                </a:solidFill>
              </a:defRPr>
            </a:lvl2pPr>
            <a:lvl3pPr latinLnBrk="0">
              <a:buNone/>
              <a:defRPr lang="zh-CN" sz="1600">
                <a:solidFill>
                  <a:schemeClr val="tx1">
                    <a:tint val="75000"/>
                  </a:schemeClr>
                </a:solidFill>
              </a:defRPr>
            </a:lvl3pPr>
            <a:lvl4pPr latinLnBrk="0">
              <a:buNone/>
              <a:defRPr lang="zh-CN" sz="1400">
                <a:solidFill>
                  <a:schemeClr val="tx1">
                    <a:tint val="75000"/>
                  </a:schemeClr>
                </a:solidFill>
              </a:defRPr>
            </a:lvl4pPr>
            <a:lvl5pPr latinLnBrk="0">
              <a:buNone/>
              <a:defRPr lang="zh-CN"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/>
            <a:r>
              <a:rPr lang="zh-CN"/>
              <a:t>单击此处编辑母版文本样式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143000"/>
            <a:ext cx="9144000" cy="857250"/>
          </a:xfrm>
          <a:prstGeom prst="rect">
            <a:avLst/>
          </a:prstGeom>
          <a:solidFill>
            <a:srgbClr val="FFFFFF"/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/>
          </a:p>
        </p:txBody>
      </p:sp>
      <p:sp>
        <p:nvSpPr>
          <p:cNvPr id="8" name="Rectangle 7"/>
          <p:cNvSpPr/>
          <p:nvPr/>
        </p:nvSpPr>
        <p:spPr>
          <a:xfrm>
            <a:off x="0" y="1200150"/>
            <a:ext cx="1295400" cy="742950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/>
          </a:p>
        </p:txBody>
      </p:sp>
      <p:sp>
        <p:nvSpPr>
          <p:cNvPr id="9" name="Rectangle 8"/>
          <p:cNvSpPr/>
          <p:nvPr/>
        </p:nvSpPr>
        <p:spPr>
          <a:xfrm>
            <a:off x="1371600" y="1200150"/>
            <a:ext cx="7772400" cy="742950"/>
          </a:xfrm>
          <a:prstGeom prst="rect">
            <a:avLst/>
          </a:prstGeom>
          <a:solidFill>
            <a:schemeClr val="accent1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371600" y="1200150"/>
            <a:ext cx="7620000" cy="742950"/>
          </a:xfrm>
        </p:spPr>
        <p:txBody>
          <a:bodyPr/>
          <a:lstStyle>
            <a:lvl1pPr algn="l" latinLnBrk="0">
              <a:buNone/>
              <a:defRPr lang="zh-CN" sz="4400" b="0" cap="none">
                <a:solidFill>
                  <a:srgbClr val="FFFFFF"/>
                </a:solidFill>
              </a:defRPr>
            </a:lvl1pPr>
            <a:extLst/>
          </a:lstStyle>
          <a:p>
            <a:r>
              <a:rPr lang="zh-CN"/>
              <a:t>单击此处编辑母版标题样式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CF9F07-3BC7-4570-B054-79111B0A380C}" type="datetime1">
              <a:pPr/>
              <a:t>3/25/26</a:t>
            </a:fld>
            <a:endParaRPr lang="zh-CN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1"/>
          </p:nvPr>
        </p:nvSpPr>
        <p:spPr>
          <a:xfrm>
            <a:off x="0" y="1314450"/>
            <a:ext cx="1295400" cy="526257"/>
          </a:xfrm>
        </p:spPr>
        <p:txBody>
          <a:bodyPr>
            <a:noAutofit/>
          </a:bodyPr>
          <a:lstStyle>
            <a:lvl1pPr latinLnBrk="0">
              <a:defRPr lang="zh-CN" sz="2400">
                <a:solidFill>
                  <a:srgbClr val="FFFFFF"/>
                </a:solidFill>
              </a:defRPr>
            </a:lvl1pPr>
            <a:extLst/>
          </a:lstStyle>
          <a:p>
            <a:pPr algn="ctr"/>
            <a:fld id="{8F82E0A0-C266-4798-8C8F-B9F91E9DA37E}" type="slidenum">
              <a:rPr lang="zh-CN" sz="2400" b="1">
                <a:solidFill>
                  <a:srgbClr val="FFFFFF"/>
                </a:solidFill>
              </a:rPr>
              <a:pPr algn="ctr"/>
              <a:t>‹#›</a:t>
            </a:fld>
            <a:endParaRPr lang="zh-CN" sz="2400">
              <a:solidFill>
                <a:srgbClr val="FFFFFF"/>
              </a:solidFill>
            </a:endParaRPr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zh-CN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609600" y="1352551"/>
            <a:ext cx="3886200" cy="3268624"/>
          </a:xfrm>
        </p:spPr>
        <p:txBody>
          <a:bodyPr/>
          <a:lstStyle/>
          <a:p>
            <a:pPr lvl="0"/>
            <a:r>
              <a:rPr lang="zh-CN"/>
              <a:t>单击此处编辑母版文本样式</a:t>
            </a:r>
          </a:p>
          <a:p>
            <a:pPr lvl="1"/>
            <a:r>
              <a:rPr lang="zh-CN"/>
              <a:t>第二级</a:t>
            </a:r>
          </a:p>
          <a:p>
            <a:pPr lvl="2"/>
            <a:r>
              <a:rPr lang="zh-CN"/>
              <a:t>第三级</a:t>
            </a:r>
          </a:p>
          <a:p>
            <a:pPr lvl="3"/>
            <a:r>
              <a:rPr lang="zh-CN"/>
              <a:t>第四级</a:t>
            </a:r>
          </a:p>
          <a:p>
            <a:pPr lvl="4"/>
            <a:r>
              <a:rPr lang="zh-CN"/>
              <a:t>第五级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4"/>
          </p:nvPr>
        </p:nvSpPr>
        <p:spPr>
          <a:xfrm>
            <a:off x="4844901" y="1352549"/>
            <a:ext cx="3886200" cy="3268625"/>
          </a:xfrm>
        </p:spPr>
        <p:txBody>
          <a:bodyPr/>
          <a:lstStyle/>
          <a:p>
            <a:pPr lvl="0"/>
            <a:r>
              <a:rPr lang="zh-CN"/>
              <a:t>单击此处编辑母版文本样式</a:t>
            </a:r>
          </a:p>
          <a:p>
            <a:pPr lvl="1"/>
            <a:r>
              <a:rPr lang="zh-CN"/>
              <a:t>第二级</a:t>
            </a:r>
          </a:p>
          <a:p>
            <a:pPr lvl="2"/>
            <a:r>
              <a:rPr lang="zh-CN"/>
              <a:t>第三级</a:t>
            </a:r>
          </a:p>
          <a:p>
            <a:pPr lvl="3"/>
            <a:r>
              <a:rPr lang="zh-CN"/>
              <a:t>第四级</a:t>
            </a:r>
          </a:p>
          <a:p>
            <a:pPr lvl="4"/>
            <a:r>
              <a:rPr lang="zh-CN"/>
              <a:t>第五级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5"/>
          </p:nvPr>
        </p:nvSpPr>
        <p:spPr/>
        <p:txBody>
          <a:bodyPr rtlCol="0"/>
          <a:lstStyle/>
          <a:p>
            <a:fld id="{E4606EA6-EFEA-4C30-9264-4F9291A5780D}" type="datetime1">
              <a:pPr/>
              <a:t>3/25/26</a:t>
            </a:fld>
            <a:endParaRPr lang="zh-CN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/>
          <a:p>
            <a:pPr algn="ctr"/>
            <a:fld id="{8F82E0A0-C266-4798-8C8F-B9F91E9DA37E}" type="slidenum">
              <a:rPr lang="zh-CN" sz="1400" b="1">
                <a:solidFill>
                  <a:srgbClr val="FFFFFF"/>
                </a:solidFill>
              </a:rPr>
              <a:pPr algn="ctr"/>
              <a:t>‹#›</a:t>
            </a:fld>
            <a:endParaRPr lang="zh-CN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2648" y="118110"/>
            <a:ext cx="8153400" cy="1005840"/>
          </a:xfrm>
        </p:spPr>
        <p:txBody>
          <a:bodyPr anchor="b"/>
          <a:lstStyle>
            <a:lvl1pPr latinLnBrk="0">
              <a:defRPr lang="zh-CN"/>
            </a:lvl1pPr>
            <a:extLst/>
          </a:lstStyle>
          <a:p>
            <a:r>
              <a:rPr lang="zh-CN"/>
              <a:t>单击此处编辑母版标题样式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3"/>
          </p:nvPr>
        </p:nvSpPr>
        <p:spPr>
          <a:xfrm>
            <a:off x="609600" y="1919818"/>
            <a:ext cx="3886200" cy="2628900"/>
          </a:xfrm>
        </p:spPr>
        <p:txBody>
          <a:bodyPr/>
          <a:lstStyle/>
          <a:p>
            <a:pPr lvl="0"/>
            <a:r>
              <a:rPr lang="zh-CN"/>
              <a:t>单击此处编辑母版文本样式</a:t>
            </a:r>
          </a:p>
          <a:p>
            <a:pPr lvl="1"/>
            <a:r>
              <a:rPr lang="zh-CN"/>
              <a:t>第二级</a:t>
            </a:r>
          </a:p>
          <a:p>
            <a:pPr lvl="2"/>
            <a:r>
              <a:rPr lang="zh-CN"/>
              <a:t>第三级</a:t>
            </a:r>
          </a:p>
          <a:p>
            <a:pPr lvl="3"/>
            <a:r>
              <a:rPr lang="zh-CN"/>
              <a:t>第四级</a:t>
            </a:r>
          </a:p>
          <a:p>
            <a:pPr lvl="4"/>
            <a:r>
              <a:rPr lang="zh-CN"/>
              <a:t>第五级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4"/>
          </p:nvPr>
        </p:nvSpPr>
        <p:spPr>
          <a:xfrm>
            <a:off x="4800600" y="1919818"/>
            <a:ext cx="3886200" cy="2628900"/>
          </a:xfrm>
        </p:spPr>
        <p:txBody>
          <a:bodyPr/>
          <a:lstStyle/>
          <a:p>
            <a:pPr lvl="0"/>
            <a:r>
              <a:rPr lang="zh-CN"/>
              <a:t>单击此处编辑母版文本样式</a:t>
            </a:r>
          </a:p>
          <a:p>
            <a:pPr lvl="1"/>
            <a:r>
              <a:rPr lang="zh-CN"/>
              <a:t>第二级</a:t>
            </a:r>
          </a:p>
          <a:p>
            <a:pPr lvl="2"/>
            <a:r>
              <a:rPr lang="zh-CN"/>
              <a:t>第三级</a:t>
            </a:r>
          </a:p>
          <a:p>
            <a:pPr lvl="3"/>
            <a:r>
              <a:rPr lang="zh-CN"/>
              <a:t>第四级</a:t>
            </a:r>
          </a:p>
          <a:p>
            <a:pPr lvl="4"/>
            <a:r>
              <a:rPr lang="zh-CN"/>
              <a:t>第五级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15"/>
          </p:nvPr>
        </p:nvSpPr>
        <p:spPr/>
        <p:txBody>
          <a:bodyPr rtlCol="0"/>
          <a:lstStyle/>
          <a:p>
            <a:fld id="{E4606EA6-EFEA-4C30-9264-4F9291A5780D}" type="datetime1">
              <a:pPr/>
              <a:t>3/25/26</a:t>
            </a:fld>
            <a:endParaRPr lang="zh-CN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6"/>
          </p:nvPr>
        </p:nvSpPr>
        <p:spPr/>
        <p:txBody>
          <a:bodyPr rtlCol="0"/>
          <a:lstStyle/>
          <a:p>
            <a:pPr algn="ctr"/>
            <a:fld id="{8F82E0A0-C266-4798-8C8F-B9F91E9DA37E}" type="slidenum">
              <a:rPr lang="zh-CN" sz="1400" b="1">
                <a:solidFill>
                  <a:srgbClr val="FFFFFF"/>
                </a:solidFill>
              </a:rPr>
              <a:pPr algn="ctr"/>
              <a:t>‹#›</a:t>
            </a:fld>
            <a:endParaRPr lang="zh-CN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7"/>
          </p:nvPr>
        </p:nvSpPr>
        <p:spPr/>
        <p:txBody>
          <a:bodyPr rtlCol="0"/>
          <a:lstStyle/>
          <a:p>
            <a:endParaRPr lang="zh-CN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8"/>
          </p:nvPr>
        </p:nvSpPr>
        <p:spPr>
          <a:xfrm>
            <a:off x="609600" y="1362287"/>
            <a:ext cx="3886200" cy="530352"/>
          </a:xfrm>
          <a:solidFill>
            <a:schemeClr val="accent2"/>
          </a:solidFill>
        </p:spPr>
        <p:txBody>
          <a:bodyPr rtlCol="0" anchor="ctr"/>
          <a:lstStyle>
            <a:lvl1pPr latinLnBrk="0">
              <a:buFontTx/>
              <a:buNone/>
              <a:defRPr lang="zh-CN" sz="2000" b="1">
                <a:solidFill>
                  <a:srgbClr val="FFFFFF"/>
                </a:solidFill>
              </a:defRPr>
            </a:lvl1pPr>
            <a:extLst/>
          </a:lstStyle>
          <a:p>
            <a:pPr lvl="0"/>
            <a:r>
              <a:rPr lang="zh-CN"/>
              <a:t>单击此处编辑母版文本样式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4800600" y="1362287"/>
            <a:ext cx="3886200" cy="530352"/>
          </a:xfrm>
          <a:solidFill>
            <a:schemeClr val="accent4"/>
          </a:solidFill>
        </p:spPr>
        <p:txBody>
          <a:bodyPr rtlCol="0" anchor="ctr"/>
          <a:lstStyle>
            <a:lvl1pPr latinLnBrk="0">
              <a:buFontTx/>
              <a:buNone/>
              <a:defRPr lang="zh-CN" sz="2000" b="1">
                <a:solidFill>
                  <a:srgbClr val="FFFFFF"/>
                </a:solidFill>
              </a:defRPr>
            </a:lvl1pPr>
            <a:extLst/>
          </a:lstStyle>
          <a:p>
            <a:pPr lvl="0"/>
            <a:r>
              <a:rPr lang="zh-CN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ADB5D-B7A0-47E3-AD2D-B1A6F8614213}" type="datetime1">
              <a:pPr/>
              <a:t>3/25/26</a:t>
            </a:fld>
            <a:endParaRPr lang="zh-C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latinLnBrk="0">
              <a:defRPr lang="zh-CN">
                <a:solidFill>
                  <a:srgbClr val="FFFFFF"/>
                </a:solidFill>
              </a:defRPr>
            </a:lvl1pPr>
            <a:extLst/>
          </a:lstStyle>
          <a:p>
            <a:fld id="{A3F7CB7D-F184-43C7-B6FD-03D728E1BBFF}" type="slidenum">
              <a:rPr lang="zh-CN">
                <a:solidFill>
                  <a:srgbClr val="FFFFFF"/>
                </a:solidFill>
              </a:rPr>
              <a:pPr/>
              <a:t>‹#›</a:t>
            </a:fld>
            <a:endParaRPr lang="zh-CN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968126-03FC-49C0-B9B8-2B561CCC3D90}" type="datetime1">
              <a:pPr/>
              <a:t>3/25/26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0" y="4686300"/>
            <a:ext cx="533400" cy="285750"/>
          </a:xfrm>
        </p:spPr>
        <p:txBody>
          <a:bodyPr/>
          <a:lstStyle>
            <a:lvl1pPr latinLnBrk="0">
              <a:defRPr lang="zh-CN">
                <a:solidFill>
                  <a:schemeClr val="tx2"/>
                </a:solidFill>
              </a:defRPr>
            </a:lvl1pPr>
            <a:extLst/>
          </a:lstStyle>
          <a:p>
            <a:fld id="{A3F7CB7D-F184-43C7-B6FD-03D728E1BBFF}" type="slidenum">
              <a:rPr lang="zh-CN">
                <a:solidFill>
                  <a:schemeClr val="tx2"/>
                </a:solidFill>
              </a:rPr>
              <a:pPr/>
              <a:t>‹#›</a:t>
            </a:fld>
            <a:endParaRPr lang="zh-CN">
              <a:solidFill>
                <a:schemeClr val="tx2"/>
              </a:solidFill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18110"/>
            <a:ext cx="8153400" cy="1005840"/>
          </a:xfrm>
        </p:spPr>
        <p:txBody>
          <a:bodyPr anchor="b"/>
          <a:lstStyle>
            <a:lvl1pPr algn="l" latinLnBrk="0">
              <a:buNone/>
              <a:defRPr lang="zh-CN" sz="4200" b="0"/>
            </a:lvl1pPr>
            <a:extLst/>
          </a:lstStyle>
          <a:p>
            <a:r>
              <a:rPr lang="zh-CN"/>
              <a:t>单击此处编辑母版标题样式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9A8198-4617-485E-9585-4840B69DBBA6}" type="datetime1">
              <a:pPr/>
              <a:t>3/25/26</a:t>
            </a:fld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latinLnBrk="0">
              <a:defRPr lang="zh-CN">
                <a:solidFill>
                  <a:srgbClr val="FFFFFF"/>
                </a:solidFill>
              </a:defRPr>
            </a:lvl1pPr>
            <a:extLst/>
          </a:lstStyle>
          <a:p>
            <a:fld id="{A3F7CB7D-F184-43C7-B6FD-03D728E1BBFF}" type="slidenum">
              <a:rPr lang="zh-CN">
                <a:solidFill>
                  <a:srgbClr val="FFFFFF"/>
                </a:solidFill>
              </a:rPr>
              <a:pPr/>
              <a:t>‹#›</a:t>
            </a:fld>
            <a:endParaRPr lang="zh-CN">
              <a:solidFill>
                <a:srgbClr val="FFFFFF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428750"/>
            <a:ext cx="1600200" cy="3124200"/>
          </a:xfrm>
          <a:ln w="50800" cap="sq" cmpd="dbl" algn="ctr">
            <a:solidFill>
              <a:schemeClr val="accent2"/>
            </a:solidFill>
            <a:prstDash val="solid"/>
            <a:miter lim="800000"/>
          </a:ln>
          <a:effectLst/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lIns="137160" tIns="182880" rIns="137160" bIns="91440"/>
          <a:lstStyle>
            <a:lvl1pPr marL="0" indent="0" latinLnBrk="0">
              <a:spcAft>
                <a:spcPts val="1000"/>
              </a:spcAft>
              <a:buNone/>
              <a:defRPr lang="zh-CN" sz="1800"/>
            </a:lvl1pPr>
            <a:lvl2pPr latinLnBrk="0">
              <a:buNone/>
              <a:defRPr lang="zh-CN" sz="1200"/>
            </a:lvl2pPr>
            <a:lvl3pPr latinLnBrk="0">
              <a:buNone/>
              <a:defRPr lang="zh-CN" sz="1000"/>
            </a:lvl3pPr>
            <a:lvl4pPr latinLnBrk="0">
              <a:buNone/>
              <a:defRPr lang="zh-CN" sz="900"/>
            </a:lvl4pPr>
            <a:lvl5pPr latinLnBrk="0">
              <a:buNone/>
              <a:defRPr lang="zh-CN" sz="900"/>
            </a:lvl5pPr>
            <a:extLst/>
          </a:lstStyle>
          <a:p>
            <a:pPr lvl="0"/>
            <a:r>
              <a:rPr lang="zh-CN"/>
              <a:t>单击此处编辑母版文本样式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2362200" y="1428750"/>
            <a:ext cx="6400800" cy="3200400"/>
          </a:xfrm>
        </p:spPr>
        <p:txBody>
          <a:bodyPr/>
          <a:lstStyle/>
          <a:p>
            <a:pPr lvl="0"/>
            <a:r>
              <a:rPr lang="zh-CN"/>
              <a:t>单击此处编辑母版文本样式</a:t>
            </a:r>
          </a:p>
          <a:p>
            <a:pPr lvl="1"/>
            <a:r>
              <a:rPr lang="zh-CN"/>
              <a:t>第二级</a:t>
            </a:r>
          </a:p>
          <a:p>
            <a:pPr lvl="2"/>
            <a:r>
              <a:rPr lang="zh-CN"/>
              <a:t>第三级</a:t>
            </a:r>
          </a:p>
          <a:p>
            <a:pPr lvl="3"/>
            <a:r>
              <a:rPr lang="zh-CN"/>
              <a:t>第四级</a:t>
            </a:r>
          </a:p>
          <a:p>
            <a:pPr lvl="4"/>
            <a:r>
              <a:rPr lang="zh-CN"/>
              <a:t>第五级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557668" y="0"/>
            <a:ext cx="7586332" cy="3419856"/>
          </a:xfrm>
          <a:solidFill>
            <a:schemeClr val="tx2">
              <a:shade val="50000"/>
            </a:schemeClr>
          </a:solidFill>
          <a:ln>
            <a:noFill/>
          </a:ln>
        </p:spPr>
        <p:txBody>
          <a:bodyPr/>
          <a:lstStyle>
            <a:lvl1pPr latinLnBrk="0">
              <a:buNone/>
              <a:defRPr lang="zh-CN" sz="3200"/>
            </a:lvl1pPr>
            <a:extLst/>
          </a:lstStyle>
          <a:p>
            <a:endParaRPr lang="zh-C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00200" y="4114800"/>
            <a:ext cx="7315200" cy="514350"/>
          </a:xfrm>
        </p:spPr>
        <p:txBody>
          <a:bodyPr/>
          <a:lstStyle>
            <a:lvl1pPr marL="0" indent="0" latinLnBrk="0">
              <a:buFontTx/>
              <a:buNone/>
              <a:defRPr lang="zh-CN" sz="1700"/>
            </a:lvl1pPr>
            <a:lvl2pPr latinLnBrk="0">
              <a:buFontTx/>
              <a:buNone/>
              <a:defRPr lang="zh-CN" sz="1200"/>
            </a:lvl2pPr>
            <a:lvl3pPr latinLnBrk="0">
              <a:buFontTx/>
              <a:buNone/>
              <a:defRPr lang="zh-CN" sz="1000"/>
            </a:lvl3pPr>
            <a:lvl4pPr latinLnBrk="0">
              <a:buFontTx/>
              <a:buNone/>
              <a:defRPr lang="zh-CN" sz="900"/>
            </a:lvl4pPr>
            <a:lvl5pPr latinLnBrk="0">
              <a:buFontTx/>
              <a:buNone/>
              <a:defRPr lang="zh-CN" sz="900"/>
            </a:lvl5pPr>
            <a:extLst/>
          </a:lstStyle>
          <a:p>
            <a:pPr lvl="0"/>
            <a:r>
              <a:rPr lang="zh-CN"/>
              <a:t>单击此处编辑母版文本样式</a:t>
            </a:r>
          </a:p>
        </p:txBody>
      </p:sp>
      <p:sp>
        <p:nvSpPr>
          <p:cNvPr id="8" name="Rectangle 7"/>
          <p:cNvSpPr/>
          <p:nvPr/>
        </p:nvSpPr>
        <p:spPr>
          <a:xfrm>
            <a:off x="-9144" y="3429000"/>
            <a:ext cx="9144000" cy="665226"/>
          </a:xfrm>
          <a:prstGeom prst="rect">
            <a:avLst/>
          </a:prstGeom>
          <a:solidFill>
            <a:srgbClr val="FFFFFF"/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/>
          </a:p>
        </p:txBody>
      </p:sp>
      <p:sp>
        <p:nvSpPr>
          <p:cNvPr id="9" name="Rectangle 8"/>
          <p:cNvSpPr/>
          <p:nvPr/>
        </p:nvSpPr>
        <p:spPr>
          <a:xfrm>
            <a:off x="-9144" y="3497580"/>
            <a:ext cx="1463040" cy="534924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/>
          </a:p>
        </p:txBody>
      </p:sp>
      <p:sp>
        <p:nvSpPr>
          <p:cNvPr id="10" name="Rectangle 9"/>
          <p:cNvSpPr/>
          <p:nvPr/>
        </p:nvSpPr>
        <p:spPr>
          <a:xfrm>
            <a:off x="1545336" y="3490722"/>
            <a:ext cx="7589520" cy="534924"/>
          </a:xfrm>
          <a:prstGeom prst="rect">
            <a:avLst/>
          </a:prstGeom>
          <a:solidFill>
            <a:schemeClr val="accent1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00200" y="3543300"/>
            <a:ext cx="7315200" cy="457200"/>
          </a:xfrm>
        </p:spPr>
        <p:txBody>
          <a:bodyPr anchor="ctr"/>
          <a:lstStyle>
            <a:lvl1pPr algn="l" latinLnBrk="0">
              <a:buNone/>
              <a:defRPr lang="zh-CN" sz="2800" b="0">
                <a:solidFill>
                  <a:srgbClr val="FFFFFF"/>
                </a:solidFill>
              </a:defRPr>
            </a:lvl1pPr>
            <a:extLst/>
          </a:lstStyle>
          <a:p>
            <a:r>
              <a:rPr lang="zh-CN"/>
              <a:t>单击此处编辑母版标题样式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7800" y="0"/>
            <a:ext cx="100584" cy="5150358"/>
          </a:xfrm>
          <a:prstGeom prst="rect">
            <a:avLst/>
          </a:prstGeom>
          <a:solidFill>
            <a:srgbClr val="FFFFFF"/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/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>
          <a:xfrm>
            <a:off x="6248400" y="4686300"/>
            <a:ext cx="2667000" cy="273844"/>
          </a:xfrm>
        </p:spPr>
        <p:txBody>
          <a:bodyPr rtlCol="0"/>
          <a:lstStyle/>
          <a:p>
            <a:fld id="{E4606EA6-EFEA-4C30-9264-4F9291A5780D}" type="datetime1">
              <a:pPr/>
              <a:t>3/25/26</a:t>
            </a:fld>
            <a:endParaRPr lang="zh-CN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1"/>
          </p:nvPr>
        </p:nvSpPr>
        <p:spPr>
          <a:xfrm>
            <a:off x="0" y="3500437"/>
            <a:ext cx="1447800" cy="497684"/>
          </a:xfrm>
        </p:spPr>
        <p:txBody>
          <a:bodyPr rtlCol="0"/>
          <a:lstStyle>
            <a:lvl1pPr latinLnBrk="0">
              <a:defRPr lang="zh-CN" sz="2800"/>
            </a:lvl1pPr>
            <a:extLst/>
          </a:lstStyle>
          <a:p>
            <a:pPr algn="ctr"/>
            <a:fld id="{8F82E0A0-C266-4798-8C8F-B9F91E9DA37E}" type="slidenum">
              <a:rPr lang="zh-CN" sz="2800" b="1">
                <a:solidFill>
                  <a:srgbClr val="FFFFFF"/>
                </a:solidFill>
              </a:rPr>
              <a:pPr algn="ctr"/>
              <a:t>‹#›</a:t>
            </a:fld>
            <a:endParaRPr lang="zh-CN" sz="2800"/>
          </a:p>
        </p:txBody>
      </p:sp>
      <p:sp>
        <p:nvSpPr>
          <p:cNvPr id="14" name="Footer Placeholder 13"/>
          <p:cNvSpPr>
            <a:spLocks noGrp="1"/>
          </p:cNvSpPr>
          <p:nvPr>
            <p:ph type="ftr" sz="quarter" idx="12"/>
          </p:nvPr>
        </p:nvSpPr>
        <p:spPr>
          <a:xfrm>
            <a:off x="1600200" y="4686155"/>
            <a:ext cx="4572000" cy="273844"/>
          </a:xfrm>
        </p:spPr>
        <p:txBody>
          <a:bodyPr rtlCol="0"/>
          <a:lstStyle/>
          <a:p>
            <a:endParaRPr lang="zh-CN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12648" y="1352550"/>
            <a:ext cx="8153400" cy="324231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/>
            <a:r>
              <a:rPr lang="zh-CN"/>
              <a:t>单击此处编辑母版文本样式</a:t>
            </a:r>
          </a:p>
          <a:p>
            <a:pPr lvl="1"/>
            <a:r>
              <a:rPr lang="zh-CN"/>
              <a:t>第二级</a:t>
            </a:r>
          </a:p>
          <a:p>
            <a:pPr lvl="2"/>
            <a:r>
              <a:rPr lang="zh-CN"/>
              <a:t>第三级</a:t>
            </a:r>
          </a:p>
          <a:p>
            <a:pPr lvl="3"/>
            <a:r>
              <a:rPr lang="zh-CN"/>
              <a:t>第四级</a:t>
            </a:r>
          </a:p>
          <a:p>
            <a:pPr lvl="4"/>
            <a:r>
              <a:rPr lang="zh-CN"/>
              <a:t>第五级</a:t>
            </a:r>
          </a:p>
          <a:p>
            <a:pPr lvl="5"/>
            <a:endParaRPr lang="zh-CN"/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096000" y="4686300"/>
            <a:ext cx="2667000" cy="273844"/>
          </a:xfrm>
          <a:prstGeom prst="rect">
            <a:avLst/>
          </a:prstGeom>
        </p:spPr>
        <p:txBody>
          <a:bodyPr vert="horz" anchor="ctr" anchorCtr="0"/>
          <a:lstStyle>
            <a:lvl1pPr algn="l" latinLnBrk="0">
              <a:defRPr lang="zh-CN" sz="1400">
                <a:solidFill>
                  <a:schemeClr val="tx2"/>
                </a:solidFill>
              </a:defRPr>
            </a:lvl1pPr>
            <a:extLst/>
          </a:lstStyle>
          <a:p>
            <a:fld id="{E4606EA6-EFEA-4C30-9264-4F9291A5780D}" type="datetime1">
              <a:pPr/>
              <a:t>3/25/26</a:t>
            </a:fld>
            <a:endParaRPr lang="zh-CN" sz="140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609601" y="4686155"/>
            <a:ext cx="5421083" cy="273844"/>
          </a:xfrm>
          <a:prstGeom prst="rect">
            <a:avLst/>
          </a:prstGeom>
        </p:spPr>
        <p:txBody>
          <a:bodyPr vert="horz" anchor="ctr"/>
          <a:lstStyle>
            <a:lvl1pPr algn="r" latinLnBrk="0">
              <a:defRPr lang="zh-CN" sz="1400">
                <a:solidFill>
                  <a:schemeClr val="tx2"/>
                </a:solidFill>
              </a:defRPr>
            </a:lvl1pPr>
            <a:extLst/>
          </a:lstStyle>
          <a:p>
            <a:pPr algn="r"/>
            <a:endParaRPr lang="zh-CN" sz="1400">
              <a:solidFill>
                <a:schemeClr val="tx2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1095170"/>
            <a:ext cx="9144000" cy="240030"/>
          </a:xfrm>
          <a:prstGeom prst="rect">
            <a:avLst/>
          </a:prstGeom>
          <a:solidFill>
            <a:srgbClr val="FFFFFF"/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/>
          </a:p>
        </p:txBody>
      </p:sp>
      <p:sp>
        <p:nvSpPr>
          <p:cNvPr id="8" name="Rectangle 7"/>
          <p:cNvSpPr/>
          <p:nvPr/>
        </p:nvSpPr>
        <p:spPr>
          <a:xfrm>
            <a:off x="0" y="1129460"/>
            <a:ext cx="533400" cy="171450"/>
          </a:xfrm>
          <a:prstGeom prst="rect">
            <a:avLst/>
          </a:prstGeom>
          <a:solidFill>
            <a:schemeClr val="accent2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/>
          </a:p>
        </p:txBody>
      </p:sp>
      <p:sp>
        <p:nvSpPr>
          <p:cNvPr id="9" name="Rectangle 8"/>
          <p:cNvSpPr/>
          <p:nvPr/>
        </p:nvSpPr>
        <p:spPr>
          <a:xfrm>
            <a:off x="590550" y="1129460"/>
            <a:ext cx="8553450" cy="171450"/>
          </a:xfrm>
          <a:prstGeom prst="rect">
            <a:avLst/>
          </a:prstGeom>
          <a:solidFill>
            <a:schemeClr val="accent1">
              <a:alpha val="100000"/>
            </a:schemeClr>
          </a:solidFill>
          <a:ln w="50800" cap="rnd" cmpd="dbl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/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0" y="1123507"/>
            <a:ext cx="533400" cy="183357"/>
          </a:xfrm>
          <a:prstGeom prst="rect">
            <a:avLst/>
          </a:prstGeom>
        </p:spPr>
        <p:txBody>
          <a:bodyPr vert="horz" anchor="ctr" anchorCtr="0">
            <a:normAutofit/>
          </a:bodyPr>
          <a:lstStyle>
            <a:lvl1pPr algn="ctr" latinLnBrk="0">
              <a:defRPr lang="zh-CN" sz="1400" b="1">
                <a:solidFill>
                  <a:srgbClr val="FFFFFF"/>
                </a:solidFill>
              </a:defRPr>
            </a:lvl1pPr>
            <a:extLst/>
          </a:lstStyle>
          <a:p>
            <a:pPr algn="ctr"/>
            <a:fld id="{8F82E0A0-C266-4798-8C8F-B9F91E9DA37E}" type="slidenum">
              <a:rPr lang="zh-CN" sz="1400" b="1">
                <a:solidFill>
                  <a:srgbClr val="FFFFFF"/>
                </a:solidFill>
              </a:rPr>
              <a:pPr algn="ctr"/>
              <a:t>‹#›</a:t>
            </a:fld>
            <a:endParaRPr lang="zh-CN" sz="1400" b="1">
              <a:solidFill>
                <a:srgbClr val="FFFFFF"/>
              </a:solidFill>
            </a:endParaRPr>
          </a:p>
        </p:txBody>
      </p:sp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118110"/>
            <a:ext cx="8153400" cy="1005840"/>
          </a:xfrm>
          <a:prstGeom prst="rect">
            <a:avLst/>
          </a:prstGeom>
        </p:spPr>
        <p:txBody>
          <a:bodyPr vert="horz" anchor="b">
            <a:normAutofit/>
          </a:bodyPr>
          <a:lstStyle/>
          <a:p>
            <a:r>
              <a:rPr lang="zh-CN"/>
              <a:t>单击此处编辑母版标题样式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8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rtl="0" latinLnBrk="0">
        <a:spcBef>
          <a:spcPct val="0"/>
        </a:spcBef>
        <a:buNone/>
        <a:defRPr lang="zh-CN" sz="4200" kern="1200">
          <a:solidFill>
            <a:schemeClr val="tx2"/>
          </a:solidFill>
          <a:latin typeface="+mj-lt"/>
          <a:ea typeface="+mj-ea"/>
          <a:cs typeface="+mj-cs"/>
        </a:defRPr>
      </a:lvl1pPr>
      <a:extLst/>
    </p:titleStyle>
    <p:bodyStyle>
      <a:lvl1pPr marL="320040" indent="-320040" algn="l" rtl="0" latinLnBrk="0">
        <a:spcBef>
          <a:spcPts val="700"/>
        </a:spcBef>
        <a:buClr>
          <a:schemeClr val="accent2"/>
        </a:buClr>
        <a:buSzPct val="60000"/>
        <a:buFont typeface="Wingdings"/>
        <a:buChar char=""/>
        <a:defRPr lang="zh-CN" sz="29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74320" algn="l" rtl="0" latinLnBrk="0">
        <a:spcBef>
          <a:spcPts val="550"/>
        </a:spcBef>
        <a:buClr>
          <a:schemeClr val="accent1"/>
        </a:buClr>
        <a:buSzPct val="70000"/>
        <a:buFont typeface="Wingdings 2"/>
        <a:buChar char=""/>
        <a:defRPr lang="zh-CN"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28600" algn="l" rtl="0" latinLnBrk="0">
        <a:spcBef>
          <a:spcPts val="500"/>
        </a:spcBef>
        <a:buClr>
          <a:schemeClr val="accent2"/>
        </a:buClr>
        <a:buSzPct val="75000"/>
        <a:buFont typeface="Wingdings"/>
        <a:buChar char=""/>
        <a:defRPr lang="zh-CN"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228600" algn="l" rtl="0" latinLnBrk="0">
        <a:spcBef>
          <a:spcPts val="400"/>
        </a:spcBef>
        <a:buClr>
          <a:schemeClr val="accent3"/>
        </a:buClr>
        <a:buSzPct val="75000"/>
        <a:buFont typeface="Wingdings"/>
        <a:buChar char=""/>
        <a:defRPr lang="zh-CN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-228600" algn="l" rtl="0" latinLnBrk="0">
        <a:spcBef>
          <a:spcPts val="400"/>
        </a:spcBef>
        <a:buClr>
          <a:schemeClr val="accent4"/>
        </a:buClr>
        <a:buSzPct val="65000"/>
        <a:buFont typeface="Wingdings"/>
        <a:buChar char=""/>
        <a:defRPr lang="zh-CN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103120" indent="-228600" algn="l" rtl="0" latinLnBrk="0">
        <a:spcBef>
          <a:spcPct val="20000"/>
        </a:spcBef>
        <a:buClr>
          <a:schemeClr val="accent1"/>
        </a:buClr>
        <a:buFont typeface="Wingdings"/>
        <a:buNone/>
        <a:defRPr lang="zh-CN"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377440" indent="-228600" algn="l" rtl="0" latinLnBrk="0">
        <a:spcBef>
          <a:spcPct val="20000"/>
        </a:spcBef>
        <a:buClr>
          <a:schemeClr val="accent2"/>
        </a:buClr>
        <a:buFont typeface="Wingdings"/>
        <a:buChar char="§"/>
        <a:defRPr lang="zh-CN"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651760" indent="-228600" algn="l" rtl="0" latinLnBrk="0">
        <a:spcBef>
          <a:spcPct val="20000"/>
        </a:spcBef>
        <a:buClr>
          <a:schemeClr val="accent3"/>
        </a:buClr>
        <a:buFont typeface="Wingdings"/>
        <a:buChar char="§"/>
        <a:defRPr lang="zh-CN"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926080" indent="-228600" algn="l" rtl="0" latinLnBrk="0">
        <a:spcBef>
          <a:spcPct val="20000"/>
        </a:spcBef>
        <a:buClr>
          <a:schemeClr val="accent4"/>
        </a:buClr>
        <a:buFont typeface="Wingdings"/>
        <a:buChar char="§"/>
        <a:defRPr lang="zh-CN" sz="18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latinLnBrk="0">
        <a:defRPr lang="zh-CN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latinLnBrk="0">
        <a:defRPr lang="zh-CN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latinLnBrk="0">
        <a:defRPr lang="zh-CN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latinLnBrk="0">
        <a:defRPr lang="zh-CN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latinLnBrk="0">
        <a:defRPr lang="zh-CN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latinLnBrk="0">
        <a:defRPr lang="zh-CN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latinLnBrk="0">
        <a:defRPr lang="zh-CN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latinLnBrk="0">
        <a:defRPr lang="zh-CN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latinLnBrk="0">
        <a:defRPr lang="zh-CN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/>
          <p:nvPr/>
        </p:nvSpPr>
        <p:spPr>
          <a:xfrm>
            <a:off x="685800" y="1600201"/>
            <a:ext cx="7772400" cy="914400"/>
          </a:xfrm>
        </p:spPr>
        <p:txBody>
          <a:bodyPr anchor="ctr"/>
          <a:lstStyle/>
          <a:p>
            <a:pPr algn="ctr"/>
            <a:r>
              <a:rPr lang="en-US" sz="3000" b="1" dirty="0"/>
              <a:t>AI- Assisted Cryptographic Vulnerability Discovery</a:t>
            </a:r>
            <a:endParaRPr lang="en-US" sz="3000" dirty="0"/>
          </a:p>
        </p:txBody>
      </p:sp>
      <p:sp>
        <p:nvSpPr>
          <p:cNvPr id="3" name="Subtitle 2"/>
          <p:cNvSpPr txBox="1"/>
          <p:nvPr/>
        </p:nvSpPr>
        <p:spPr>
          <a:xfrm>
            <a:off x="914400" y="2057401"/>
            <a:ext cx="7315200" cy="971550"/>
          </a:xfrm>
        </p:spPr>
        <p:txBody>
          <a:bodyPr lIns="45720" tIns="45720" rIns="45720" bIns="45720" anchor="t"/>
          <a:lstStyle/>
          <a:p>
            <a:pPr algn="ctr"/>
            <a:endParaRPr lang="en-US" sz="1800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A772BE6-7023-E0BE-4BB2-5344D4A8AFEA}"/>
              </a:ext>
            </a:extLst>
          </p:cNvPr>
          <p:cNvSpPr txBox="1"/>
          <p:nvPr/>
        </p:nvSpPr>
        <p:spPr>
          <a:xfrm>
            <a:off x="228600" y="3181350"/>
            <a:ext cx="8839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altLang="zh-CN" b="1" dirty="0"/>
              <a:t>Tutorial 28 Group 5</a:t>
            </a:r>
          </a:p>
          <a:p>
            <a:pPr algn="ctr"/>
            <a:r>
              <a:rPr lang="en-US" altLang="zh-CN" dirty="0"/>
              <a:t>Tareq Alsubaie, Bharathwaj Murali, Peisen Zheng, Nishanth Shanmugasundaram, </a:t>
            </a:r>
            <a:br>
              <a:rPr lang="en-US" altLang="zh-CN" dirty="0"/>
            </a:br>
            <a:r>
              <a:rPr lang="en-US" altLang="zh-CN" dirty="0"/>
              <a:t>Shyam Karthick Venkatraman Balakrishnan</a:t>
            </a:r>
          </a:p>
          <a:p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46DD303-92F6-09DF-4134-12022A7B1276}"/>
              </a:ext>
            </a:extLst>
          </p:cNvPr>
          <p:cNvSpPr txBox="1"/>
          <p:nvPr/>
        </p:nvSpPr>
        <p:spPr>
          <a:xfrm>
            <a:off x="1333500" y="669488"/>
            <a:ext cx="6477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/>
              <a:t>INFO5995 Assignment 1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5116"/>
    </mc:Choice>
    <mc:Fallback xmlns="">
      <p:transition spd="slow" advTm="5116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/>
          <p:nvPr/>
        </p:nvSpPr>
        <p:spPr>
          <a:xfrm>
            <a:off x="609600" y="304800"/>
            <a:ext cx="7924800" cy="762000"/>
          </a:xfrm>
        </p:spPr>
        <p:txBody>
          <a:bodyPr anchor="ctr"/>
          <a:lstStyle/>
          <a:p>
            <a:pPr algn="l"/>
            <a:r>
              <a:rPr lang="en-US" sz="2600" b="1"/>
              <a:t>App Overview and System Model</a:t>
            </a:r>
            <a:endParaRPr lang="en-US" sz="2600"/>
          </a:p>
        </p:txBody>
      </p:sp>
      <p:sp>
        <p:nvSpPr>
          <p:cNvPr id="3" name="Content 2"/>
          <p:cNvSpPr txBox="1"/>
          <p:nvPr/>
        </p:nvSpPr>
        <p:spPr>
          <a:xfrm>
            <a:off x="685800" y="1504950"/>
            <a:ext cx="4876800" cy="3200400"/>
          </a:xfrm>
        </p:spPr>
        <p:txBody>
          <a:bodyPr lIns="45720" tIns="45720" rIns="45720" bIns="45720" anchor="t"/>
          <a:lstStyle/>
          <a:p>
            <a:pPr algn="l"/>
            <a:r>
              <a:rPr lang="en-US" sz="1800" dirty="0"/>
              <a:t>- </a:t>
            </a:r>
            <a:r>
              <a:rPr lang="en-US" sz="1800" dirty="0" err="1"/>
              <a:t>MainActivity</a:t>
            </a:r>
            <a:r>
              <a:rPr lang="en-US" sz="1800" dirty="0"/>
              <a:t>: user registers with username and password</a:t>
            </a:r>
          </a:p>
          <a:p>
            <a:pPr algn="l"/>
            <a:r>
              <a:rPr lang="en-US" sz="1800" dirty="0"/>
              <a:t>- Login: verifies stored credentials and generates a session token</a:t>
            </a:r>
          </a:p>
          <a:p>
            <a:pPr algn="l"/>
            <a:r>
              <a:rPr lang="en-US" sz="1800" dirty="0"/>
              <a:t>- Profile: authenticated area; logout removes token</a:t>
            </a:r>
          </a:p>
          <a:p>
            <a:pPr algn="l"/>
            <a:r>
              <a:rPr lang="en-US" sz="1800" dirty="0"/>
              <a:t>- Local file storage stores credentials</a:t>
            </a:r>
          </a:p>
          <a:p>
            <a:pPr algn="l"/>
            <a:r>
              <a:rPr lang="en-US" sz="1800" dirty="0"/>
              <a:t>- </a:t>
            </a:r>
            <a:r>
              <a:rPr lang="en-US" sz="1800" dirty="0" err="1"/>
              <a:t>SharedPreferences</a:t>
            </a:r>
            <a:r>
              <a:rPr lang="en-US" sz="1800" dirty="0"/>
              <a:t> stores </a:t>
            </a:r>
            <a:r>
              <a:rPr lang="en-US" sz="1800" dirty="0" err="1"/>
              <a:t>sessionToken</a:t>
            </a:r>
            <a:endParaRPr lang="en-US" sz="1800" dirty="0"/>
          </a:p>
          <a:p>
            <a:pPr algn="l"/>
            <a:r>
              <a:rPr lang="en-US" sz="1800" dirty="0"/>
              <a:t>- Protected assets: credentials, session token, and authentication state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89AF9B-D99A-723F-13D2-186E0F38FA1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1893" y="1352550"/>
            <a:ext cx="2883552" cy="37909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/>
          <p:nvPr/>
        </p:nvSpPr>
        <p:spPr>
          <a:xfrm>
            <a:off x="609600" y="304800"/>
            <a:ext cx="7924800" cy="762000"/>
          </a:xfrm>
        </p:spPr>
        <p:txBody>
          <a:bodyPr anchor="ctr"/>
          <a:lstStyle/>
          <a:p>
            <a:pPr algn="l"/>
            <a:r>
              <a:rPr lang="en-US" sz="2600" b="1"/>
              <a:t>Threat Model and Discovery Method</a:t>
            </a:r>
            <a:endParaRPr lang="en-US" sz="2600"/>
          </a:p>
        </p:txBody>
      </p:sp>
      <p:sp>
        <p:nvSpPr>
          <p:cNvPr id="3" name="Content 2"/>
          <p:cNvSpPr txBox="1"/>
          <p:nvPr/>
        </p:nvSpPr>
        <p:spPr>
          <a:xfrm>
            <a:off x="685800" y="1504950"/>
            <a:ext cx="7467600" cy="3200400"/>
          </a:xfrm>
        </p:spPr>
        <p:txBody>
          <a:bodyPr lIns="45720" tIns="45720" rIns="45720" bIns="45720" anchor="t"/>
          <a:lstStyle/>
          <a:p>
            <a:pPr algn="l"/>
            <a:r>
              <a:rPr lang="en-US" sz="1800" dirty="0"/>
              <a:t>- Realistic attacker: rooted-device user, malware, or forensic examiner</a:t>
            </a:r>
          </a:p>
          <a:p>
            <a:pPr algn="l"/>
            <a:r>
              <a:rPr lang="en-US" sz="1800" dirty="0"/>
              <a:t>- Capabilities: decompile APK, inspect code, observe login behavior</a:t>
            </a:r>
          </a:p>
          <a:p>
            <a:pPr algn="l"/>
            <a:r>
              <a:rPr lang="en-US" sz="1800" dirty="0"/>
              <a:t>- Capabilities: read or modify local app storage</a:t>
            </a:r>
          </a:p>
          <a:p>
            <a:pPr algn="l"/>
            <a:r>
              <a:rPr lang="en-US" sz="1800" dirty="0"/>
              <a:t>- Decompiled the APK and reviewed manifest and authentication classes</a:t>
            </a:r>
          </a:p>
          <a:p>
            <a:pPr algn="l"/>
            <a:r>
              <a:rPr lang="en-US" sz="1800" dirty="0"/>
              <a:t>- Searched for random, token, and session-related values</a:t>
            </a:r>
          </a:p>
          <a:p>
            <a:pPr algn="l"/>
            <a:r>
              <a:rPr lang="en-US" sz="1800" dirty="0"/>
              <a:t>- Located </a:t>
            </a:r>
            <a:r>
              <a:rPr lang="en-US" sz="1800" dirty="0" err="1"/>
              <a:t>generateSessionToken</a:t>
            </a:r>
            <a:r>
              <a:rPr lang="en-US" sz="1800" dirty="0"/>
              <a:t>() in the Login class</a:t>
            </a:r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C40369E9-B339-2F75-C2F8-F3A53922318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7" name="AutoShape 4">
            <a:extLst>
              <a:ext uri="{FF2B5EF4-FFF2-40B4-BE49-F238E27FC236}">
                <a16:creationId xmlns:a16="http://schemas.microsoft.com/office/drawing/2014/main" id="{554FC583-0FA9-0709-6639-2B9AC6E6467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572000" y="25717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/>
          <p:nvPr/>
        </p:nvSpPr>
        <p:spPr>
          <a:xfrm>
            <a:off x="609600" y="304800"/>
            <a:ext cx="7924800" cy="762000"/>
          </a:xfrm>
        </p:spPr>
        <p:txBody>
          <a:bodyPr anchor="ctr"/>
          <a:lstStyle/>
          <a:p>
            <a:pPr algn="l"/>
            <a:r>
              <a:rPr lang="en-US" sz="2600" b="1" dirty="0"/>
              <a:t>Vulnerability and Attack Scenario</a:t>
            </a:r>
            <a:endParaRPr lang="en-US" sz="2600" dirty="0"/>
          </a:p>
        </p:txBody>
      </p:sp>
      <p:sp>
        <p:nvSpPr>
          <p:cNvPr id="3" name="Content 2"/>
          <p:cNvSpPr txBox="1"/>
          <p:nvPr/>
        </p:nvSpPr>
        <p:spPr>
          <a:xfrm>
            <a:off x="685800" y="1504950"/>
            <a:ext cx="7772400" cy="3200400"/>
          </a:xfrm>
        </p:spPr>
        <p:txBody>
          <a:bodyPr lIns="45720" tIns="45720" rIns="45720" bIns="45720" anchor="t"/>
          <a:lstStyle/>
          <a:p>
            <a:pPr algn="l"/>
            <a:r>
              <a:rPr lang="en-US" sz="1800" dirty="0"/>
              <a:t>- Session token is generated in </a:t>
            </a:r>
            <a:r>
              <a:rPr lang="en-US" sz="1800" dirty="0" err="1"/>
              <a:t>Login.generateSessionToken</a:t>
            </a:r>
            <a:r>
              <a:rPr lang="en-US" sz="1800" dirty="0"/>
              <a:t>()</a:t>
            </a:r>
          </a:p>
          <a:p>
            <a:pPr algn="l"/>
            <a:r>
              <a:rPr lang="en-US" sz="1800" dirty="0"/>
              <a:t>- The token is 16 characters long and uses </a:t>
            </a:r>
            <a:r>
              <a:rPr lang="en-US" sz="1800" dirty="0" err="1"/>
              <a:t>java.util.Random</a:t>
            </a:r>
            <a:endParaRPr lang="en-US" sz="1800" dirty="0"/>
          </a:p>
          <a:p>
            <a:pPr algn="l"/>
            <a:r>
              <a:rPr lang="en-US" sz="1800" dirty="0"/>
              <a:t>- Problem: </a:t>
            </a:r>
            <a:r>
              <a:rPr lang="en-US" sz="1800" dirty="0" err="1"/>
              <a:t>java.util.Random</a:t>
            </a:r>
            <a:r>
              <a:rPr lang="en-US" sz="1800" dirty="0"/>
              <a:t> is not cryptographically secure</a:t>
            </a:r>
          </a:p>
          <a:p>
            <a:pPr algn="l"/>
            <a:r>
              <a:rPr lang="en-US" sz="1800" dirty="0"/>
              <a:t>- Session tokens represent authenticated state and must be unpredictable</a:t>
            </a:r>
          </a:p>
          <a:p>
            <a:pPr algn="l"/>
            <a:r>
              <a:rPr lang="en-US" sz="1800" dirty="0"/>
              <a:t>- Attack: learn token logic, access local storage, predict or replace token</a:t>
            </a:r>
          </a:p>
          <a:p>
            <a:pPr algn="l"/>
            <a:r>
              <a:rPr lang="en-US" sz="1800" dirty="0"/>
              <a:t>- Result: unauthorized authenticated access to the app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CBC0F-408E-61A1-8FC5-0A11E3EAE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8467BF-9995-666D-3D40-AE68702702A4}"/>
              </a:ext>
            </a:extLst>
          </p:cNvPr>
          <p:cNvSpPr txBox="1"/>
          <p:nvPr/>
        </p:nvSpPr>
        <p:spPr>
          <a:xfrm>
            <a:off x="609600" y="304800"/>
            <a:ext cx="7924800" cy="762000"/>
          </a:xfrm>
        </p:spPr>
        <p:txBody>
          <a:bodyPr anchor="ctr"/>
          <a:lstStyle/>
          <a:p>
            <a:r>
              <a:rPr lang="en-US" altLang="zh-CN" sz="2800" b="1" dirty="0"/>
              <a:t>Fix and Key Takeaway</a:t>
            </a:r>
            <a:endParaRPr lang="en-US" altLang="zh-CN" sz="2800" dirty="0"/>
          </a:p>
        </p:txBody>
      </p:sp>
      <p:sp>
        <p:nvSpPr>
          <p:cNvPr id="3" name="Content 2">
            <a:extLst>
              <a:ext uri="{FF2B5EF4-FFF2-40B4-BE49-F238E27FC236}">
                <a16:creationId xmlns:a16="http://schemas.microsoft.com/office/drawing/2014/main" id="{A6CD68AE-FACD-AD95-4A17-2AF490349E1F}"/>
              </a:ext>
            </a:extLst>
          </p:cNvPr>
          <p:cNvSpPr txBox="1"/>
          <p:nvPr/>
        </p:nvSpPr>
        <p:spPr>
          <a:xfrm>
            <a:off x="685800" y="1504950"/>
            <a:ext cx="7772400" cy="3200400"/>
          </a:xfrm>
        </p:spPr>
        <p:txBody>
          <a:bodyPr lIns="45720" tIns="45720" rIns="45720" bIns="45720" anchor="t"/>
          <a:lstStyle/>
          <a:p>
            <a:r>
              <a:rPr lang="en-US" altLang="zh-CN" dirty="0"/>
              <a:t>- Replace </a:t>
            </a:r>
            <a:r>
              <a:rPr lang="en-US" altLang="zh-CN" dirty="0" err="1"/>
              <a:t>java.util.Random</a:t>
            </a:r>
            <a:r>
              <a:rPr lang="en-US" altLang="zh-CN" dirty="0"/>
              <a:t> with </a:t>
            </a:r>
            <a:r>
              <a:rPr lang="en-US" altLang="zh-CN" dirty="0" err="1"/>
              <a:t>SecureRandom</a:t>
            </a:r>
            <a:endParaRPr lang="en-US" altLang="zh-CN" dirty="0"/>
          </a:p>
          <a:p>
            <a:r>
              <a:rPr lang="en-US" altLang="zh-CN" dirty="0"/>
              <a:t>- Use a cryptographically strong generator for session tokens</a:t>
            </a:r>
          </a:p>
          <a:p>
            <a:r>
              <a:rPr lang="en-US" altLang="zh-CN" dirty="0"/>
              <a:t>- This reduces token predictability and forgery risk</a:t>
            </a:r>
          </a:p>
          <a:p>
            <a:r>
              <a:rPr lang="en-US" altLang="zh-CN" dirty="0"/>
              <a:t>- The token may look random, but the API must match the security role</a:t>
            </a:r>
          </a:p>
          <a:p>
            <a:r>
              <a:rPr lang="en-US" altLang="zh-CN" dirty="0"/>
              <a:t>- Key lesson: validate both what a value protects and how it is generated</a:t>
            </a:r>
          </a:p>
        </p:txBody>
      </p:sp>
    </p:spTree>
    <p:extLst>
      <p:ext uri="{BB962C8B-B14F-4D97-AF65-F5344CB8AC3E}">
        <p14:creationId xmlns:p14="http://schemas.microsoft.com/office/powerpoint/2010/main" val="160855285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idescreenPresentation16x9">
  <a:themeElements>
    <a:clrScheme name="Concourse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Median">
      <a:majorFont>
        <a:latin typeface="Tw Cen MT"/>
        <a:ea typeface=""/>
        <a:cs typeface=""/>
        <a:font script="Grek" typeface="Calibri"/>
        <a:font script="Cyrl" typeface="Calibri"/>
        <a:font script="Jpan" typeface="HGPｺﾞｼｯｸE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Tw Cen MT"/>
        <a:ea typeface=""/>
        <a:cs typeface=""/>
        <a:font script="Grek" typeface="Calibri"/>
        <a:font script="Cyrl" typeface="Calibri"/>
        <a:font script="Jpan" typeface="HGPｺﾞｼｯｸE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inorFont>
    </a:fontScheme>
    <a:fmtScheme name="Median">
      <a:fillStyleLst>
        <a:solidFill>
          <a:schemeClr val="phClr"/>
        </a:solidFill>
        <a:solidFill>
          <a:schemeClr val="phClr">
            <a:tint val="50000"/>
          </a:schemeClr>
        </a:solidFill>
        <a:solidFill>
          <a:schemeClr val="phClr"/>
        </a:soli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47625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  <a:scene3d>
            <a:camera prst="isometricTopDown" fov="0">
              <a:rot lat="0" lon="0" rev="0"/>
            </a:camera>
            <a:lightRig rig="balanced" dir="t">
              <a:rot lat="0" lon="0" rev="13800000"/>
            </a:lightRig>
          </a:scene3d>
          <a:sp3d extrusionH="12700" prstMaterial="plastic">
            <a:bevelT w="38100" h="25400" prst="softRound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45000"/>
                <a:satMod val="150000"/>
              </a:schemeClr>
            </a:gs>
            <a:gs pos="35000">
              <a:schemeClr val="phClr">
                <a:shade val="60000"/>
                <a:satMod val="150000"/>
              </a:schemeClr>
            </a:gs>
            <a:gs pos="100000">
              <a:schemeClr val="phClr">
                <a:tint val="97000"/>
                <a:satMod val="20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40000"/>
              </a:schemeClr>
              <a:schemeClr val="phClr">
                <a:satMod val="120000"/>
              </a:schemeClr>
            </a:duotone>
          </a:blip>
          <a:tile tx="0" ty="0" sx="100000" sy="100000" flip="none" algn="t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40000"/>
                <a:satMod val="155000"/>
              </a:schemeClr>
            </a:gs>
            <a:gs pos="65000">
              <a:schemeClr val="phClr">
                <a:shade val="85000"/>
                <a:satMod val="155000"/>
              </a:schemeClr>
            </a:gs>
            <a:gs pos="100000">
              <a:schemeClr val="phClr">
                <a:shade val="95000"/>
                <a:satMod val="155000"/>
              </a:schemeClr>
            </a:gs>
          </a:gsLst>
          <a:lin ang="16200000" scaled="0"/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  <a:ln w="34925" cap="rnd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algn="tl" rotWithShape="0">
              <a:srgbClr val="000000">
                <a:alpha val="64000"/>
              </a:srgbClr>
            </a:outerShdw>
          </a:effectLst>
        </a:effectStyle>
        <a:effectStyle>
          <a:effectLst>
            <a:outerShdw blurRad="39000" dist="25400" dir="5400000">
              <a:srgbClr val="000000">
                <a:alpha val="35000"/>
              </a:srgbClr>
            </a:outerShdw>
          </a:effectLst>
        </a:effectStyle>
        <a:effectStyle>
          <a:effectLst>
            <a:outerShdw blurRad="39000" dist="25400" dir="5400000">
              <a:srgbClr val="000000">
                <a:alpha val="35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 prstMaterial="matte">
            <a:bevelT h="22225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50000"/>
                <a:satMod val="155000"/>
              </a:schemeClr>
            </a:gs>
            <a:gs pos="35000">
              <a:schemeClr val="phClr">
                <a:shade val="75000"/>
                <a:satMod val="155000"/>
              </a:schemeClr>
            </a:gs>
            <a:gs pos="100000">
              <a:schemeClr val="phClr">
                <a:tint val="80000"/>
                <a:satMod val="255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335</TotalTime>
  <Words>1103</Words>
  <Application>Microsoft Macintosh PowerPoint</Application>
  <PresentationFormat>On-screen Show (16:9)</PresentationFormat>
  <Paragraphs>77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Calibri</vt:lpstr>
      <vt:lpstr>Tw Cen MT</vt:lpstr>
      <vt:lpstr>Wingdings</vt:lpstr>
      <vt:lpstr>Wingdings 2</vt:lpstr>
      <vt:lpstr>WidescreenPresentation16x9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Assignment 1 Presentation</dc:title>
  <dc:creator>ForestZ</dc:creator>
  <cp:lastModifiedBy>Tareq Alsubaie</cp:lastModifiedBy>
  <cp:revision>8</cp:revision>
  <dcterms:created xsi:type="dcterms:W3CDTF">2006-07-12T22:21:48Z</dcterms:created>
  <dcterms:modified xsi:type="dcterms:W3CDTF">2026-03-25T12:53:08Z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LCID">
    <vt:i4>2052</vt:i4>
  </property>
  <property fmtid="{D5CDD505-2E9C-101B-9397-08002B2CF9AE}" pid="3" name="_Version">
    <vt:lpwstr>12.0.4518</vt:lpwstr>
  </property>
</Properties>
</file>